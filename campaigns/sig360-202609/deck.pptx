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con la premisa. No leer la slide: preguntar cuándo fue la última auditoría y cuánto tardaron en reunir la evidencia.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dolores, uno por tarjeta. Pedir al cliente cuál es el suyo.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idea: cuatro normas en un sistema. Los tres bullets son los diferenciadores, no la lista completa de funciones.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Segmentos y decisor. El dolor citado es un arquetipo, no un testimonio real: no atribuirlo a un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el flujo en vivo si hay demo. Si no, esta slide es el guion de la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Cifras del sitio oficial. No añadir clientes ni testimonios que no estén autorizados.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Precios tomados de global/index.html (PRODUCTS). Confirmar vigencia de la oferta antes de publicar: el sitio aún dice "hasta abril 2026".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solo CTA: la prueba de 30 días. El WhatsApp es el del portal /global (comercial).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4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ww.innovaqsolution.com/campaigns/sig360-202609/img/sig360-faen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77840" y="0"/>
            <a:ext cx="66111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1463040" cy="6858000"/>
          </a:xfrm>
          <a:prstGeom prst="rect">
            <a:avLst/>
          </a:prstGeom>
          <a:solidFill>
            <a:srgbClr val="0D4A6E">
              <a:alpha val="6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5394960" cy="6858000"/>
          </a:xfrm>
          <a:prstGeom prst="rect">
            <a:avLst/>
          </a:prstGeom>
          <a:solidFill>
            <a:srgbClr val="0D4A6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5" name="Image 1" descr="/home/user/www.innovaqsolution.com/campaigns/sig360-202609/img/log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1417320" cy="76809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008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1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LANZAMIENTO · SIG 360°  ·  LUNES 28 DE SEPTIEMBRE DE 2026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33172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auditoría siempre llega. </a:t>
            </a:r>
            <a:pPr indent="0" marL="0">
              <a:buNone/>
            </a:pPr>
            <a:r>
              <a:rPr lang="en-US" sz="3400" b="1" dirty="0">
                <a:solidFill>
                  <a:srgbClr val="F19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 SIG debería estar listo.</a:t>
            </a:r>
            <a:endParaRPr lang="en-US" sz="34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7091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 360° · Sistema Integrado de Gestión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 · 14001 · 45001 · 37001 en una sola plataforma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6172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INNOVAQ SOLUTIONS SAC · Trujillo, Perú · innovaqsolution.com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4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1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PREMISA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auditoría siempre llega.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488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Interna, del cliente o de SUNAFIL. Y cuando llega, la evidencia está repartida en Excel, carpetas de red y correos.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383280"/>
            <a:ext cx="3429000" cy="2468880"/>
          </a:xfrm>
          <a:prstGeom prst="roundRect">
            <a:avLst>
              <a:gd name="adj" fmla="val 4444"/>
            </a:avLst>
          </a:prstGeom>
          <a:solidFill>
            <a:srgbClr val="0B3A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3611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1912B"/>
                </a:solidFill>
              </a:rPr>
              <a:t>📁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2062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dispersa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6634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Procedimientos, IPERC y registros en versiones distintas según quién los guardó.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3383280"/>
            <a:ext cx="3429000" cy="2468880"/>
          </a:xfrm>
          <a:prstGeom prst="roundRect">
            <a:avLst>
              <a:gd name="adj" fmla="val 4444"/>
            </a:avLst>
          </a:prstGeom>
          <a:solidFill>
            <a:srgbClr val="0B3A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17720" y="3611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1912B"/>
                </a:solidFill>
              </a:rPr>
              <a:t>⏱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42062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de preparación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46634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reuniendo documentos que deberían estar listos siempre.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46720" y="3383280"/>
            <a:ext cx="3429000" cy="2468880"/>
          </a:xfrm>
          <a:prstGeom prst="roundRect">
            <a:avLst>
              <a:gd name="adj" fmla="val 4444"/>
            </a:avLst>
          </a:prstGeom>
          <a:solidFill>
            <a:srgbClr val="0B3A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3611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1912B"/>
                </a:solidFill>
              </a:rPr>
              <a:t>⚠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42062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evitables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46634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conformidades que se repiten porque nadie las siguió hasta el cierre.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1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LANZAMOS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 360°: cuatro normas ISO, un solo sistema</a:t>
            </a:r>
            <a:endParaRPr lang="en-US" sz="3200" dirty="0"/>
          </a:p>
        </p:txBody>
      </p:sp>
      <p:pic>
        <p:nvPicPr>
          <p:cNvPr id="4" name="Image 0" descr="/home/user/www.innovaqsolution.com/campaigns/sig360-202609/img/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2" y="365760"/>
            <a:ext cx="1051560" cy="56692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 360° · Lanzamiento</a:t>
            </a:r>
            <a:endParaRPr lang="en-US" sz="1000" dirty="0"/>
          </a:p>
        </p:txBody>
      </p:sp>
      <p:pic>
        <p:nvPicPr>
          <p:cNvPr id="6" name="Image 1" descr="/home/user/www.innovaqsolution.com/campaigns/sig360-202609/img/sig360-stil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737360"/>
            <a:ext cx="4983480" cy="280720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173736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Integrado de Gestión bajo Annex SL. Única plataforma en Perú que integra ISO 9001, 14001, 45001 y 37001.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640080" y="2788920"/>
            <a:ext cx="548640" cy="548640"/>
          </a:xfrm>
          <a:prstGeom prst="ellipse">
            <a:avLst/>
          </a:prstGeom>
          <a:solidFill>
            <a:srgbClr val="126695"/>
          </a:solidFill>
          <a:ln w="12700">
            <a:solidFill>
              <a:srgbClr val="12669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371600" y="277063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documentario y gestión de auditorías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371600" y="311810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Versiones, aprobaciones y hallazgos con trazabilidad completa.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40080" y="3749040"/>
            <a:ext cx="548640" cy="548640"/>
          </a:xfrm>
          <a:prstGeom prst="ellipse">
            <a:avLst/>
          </a:prstGeom>
          <a:solidFill>
            <a:srgbClr val="126695"/>
          </a:solidFill>
          <a:ln w="12700">
            <a:solidFill>
              <a:srgbClr val="12669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1371600" y="37307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IPERC dinámica y riesgos Bow-Tie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371600" y="407822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riesgos viva, no un archivo anual.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40080" y="4709160"/>
            <a:ext cx="548640" cy="548640"/>
          </a:xfrm>
          <a:prstGeom prst="ellipse">
            <a:avLst/>
          </a:prstGeom>
          <a:solidFill>
            <a:srgbClr val="126695"/>
          </a:solidFill>
          <a:ln w="12700">
            <a:solidFill>
              <a:srgbClr val="12669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40080" y="4709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1371600" y="46908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de denuncias E2EE y 84+ plantillas ISO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1371600" y="503834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 37001 y arranque en días, no meses.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6583680" y="46177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del módulo de indicadores de SIG 360°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1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QUIÉN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Operaciones que viven auditadas</a:t>
            </a:r>
            <a:endParaRPr lang="en-US" sz="3200" dirty="0"/>
          </a:p>
        </p:txBody>
      </p:sp>
      <p:pic>
        <p:nvPicPr>
          <p:cNvPr id="4" name="Image 0" descr="/home/user/www.innovaqsolution.com/campaigns/sig360-202609/img/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2" y="365760"/>
            <a:ext cx="1051560" cy="56692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 360° · Lanzamiento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2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2011680"/>
            <a:ext cx="548640" cy="548640"/>
          </a:xfrm>
          <a:prstGeom prst="ellipse">
            <a:avLst/>
          </a:prstGeom>
          <a:solidFill>
            <a:srgbClr val="F1912B"/>
          </a:solidFill>
          <a:ln w="12700">
            <a:solidFill>
              <a:srgbClr val="F1912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144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⛏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26517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Minería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0175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y contratistas con exigencias de cliente y SUNAFIL simultáneas.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43400" y="178308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2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17720" y="2011680"/>
            <a:ext cx="548640" cy="548640"/>
          </a:xfrm>
          <a:prstGeom prst="ellipse">
            <a:avLst/>
          </a:prstGeom>
          <a:solidFill>
            <a:srgbClr val="F1912B"/>
          </a:solidFill>
          <a:ln w="12700">
            <a:solidFill>
              <a:srgbClr val="F1912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1772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617720" y="26517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4617720" y="30175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con rotación alta de personal y evidencia que se pierde entre proyectos.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046720" y="178308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2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321040" y="2011680"/>
            <a:ext cx="548640" cy="548640"/>
          </a:xfrm>
          <a:prstGeom prst="ellipse">
            <a:avLst/>
          </a:prstGeom>
          <a:solidFill>
            <a:srgbClr val="F1912B"/>
          </a:solidFill>
          <a:ln w="12700">
            <a:solidFill>
              <a:srgbClr val="F191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3210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🚚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26517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Contratistas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8321040" y="30175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Homologaciones que exigen un SIG demostrable para seguir facturando.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1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decide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40080" y="4572000"/>
            <a:ext cx="5486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o jefe SSOMA / SIG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Jefe de calidad y mejora continua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 general en empresas de 20 a 500 personas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6400800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1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concreto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400800" y="457200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"Tengo tres normas certificadas y cada una vive en un lugar distinto. Cuando el cliente audita, paro a medio equipo una semana."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1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pasos, de la configuración a la evidencia</a:t>
            </a:r>
            <a:endParaRPr lang="en-US" sz="3200" dirty="0"/>
          </a:p>
        </p:txBody>
      </p:sp>
      <p:pic>
        <p:nvPicPr>
          <p:cNvPr id="4" name="Image 0" descr="/home/user/www.innovaqsolution.com/campaigns/sig360-202609/img/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2" y="365760"/>
            <a:ext cx="1051560" cy="56692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 360° · Lanzamiento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920240"/>
            <a:ext cx="822960" cy="822960"/>
          </a:xfrm>
          <a:prstGeom prst="ellipse">
            <a:avLst/>
          </a:prstGeom>
          <a:solidFill>
            <a:srgbClr val="126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1920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3566160" y="2148840"/>
            <a:ext cx="640080" cy="365760"/>
          </a:xfrm>
          <a:prstGeom prst="rightArrow">
            <a:avLst/>
          </a:prstGeom>
          <a:solidFill>
            <a:srgbClr val="E2E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2926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4290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Normas, sedes y usuarios. Carga tus procedimientos o parte de las 84+ plantillas ISO.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434840" y="1920240"/>
            <a:ext cx="822960" cy="822960"/>
          </a:xfrm>
          <a:prstGeom prst="ellipse">
            <a:avLst/>
          </a:prstGeom>
          <a:solidFill>
            <a:srgbClr val="126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434840" y="1920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Shape 10"/>
          <p:cNvSpPr/>
          <p:nvPr/>
        </p:nvSpPr>
        <p:spPr>
          <a:xfrm>
            <a:off x="7360920" y="2148840"/>
            <a:ext cx="640080" cy="365760"/>
          </a:xfrm>
          <a:prstGeom prst="rightArrow">
            <a:avLst/>
          </a:prstGeom>
          <a:solidFill>
            <a:srgbClr val="E2E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34840" y="2926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4434840" y="34290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Documentos, IPERC, inspecciones, auditorías y no conformidades desde web y móvil.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229600" y="1920240"/>
            <a:ext cx="822960" cy="822960"/>
          </a:xfrm>
          <a:prstGeom prst="ellipse">
            <a:avLst/>
          </a:prstGeom>
          <a:solidFill>
            <a:srgbClr val="F191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0" y="1920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0" y="2926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Demuestra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0" y="34290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por la dirección y evidencia lista para cualquier auditoría, en un clic.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40080" y="484632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E8F1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4400" y="49377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66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cambio, todas las normas. </a:t>
            </a:r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Annex SL comparte contexto, liderazgo, riesgos y mejora entre 9001, 14001, 45001 y 37001: se documenta una vez y se cumple cuatro veces.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1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años auditando sistemas de gestión</a:t>
            </a:r>
            <a:endParaRPr lang="en-US" sz="3200" dirty="0"/>
          </a:p>
        </p:txBody>
      </p:sp>
      <p:pic>
        <p:nvPicPr>
          <p:cNvPr id="4" name="Image 0" descr="/home/user/www.innovaqsolution.com/campaigns/sig360-202609/img/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2" y="365760"/>
            <a:ext cx="1051560" cy="56692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 360° · Lanzamiento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78308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266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19+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788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años de experiencia en SIG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3429000" y="178308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266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500+</a:t>
            </a:r>
            <a:endParaRPr lang="en-US" sz="4800" dirty="0"/>
          </a:p>
        </p:txBody>
      </p:sp>
      <p:sp>
        <p:nvSpPr>
          <p:cNvPr id="9" name="Text 6"/>
          <p:cNvSpPr txBox="1"/>
          <p:nvPr/>
        </p:nvSpPr>
        <p:spPr>
          <a:xfrm>
            <a:off x="3429000" y="2788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de auditoría realizadas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178308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266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2788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ISO en una sola plataforma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9006840" y="178308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19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70 %</a:t>
            </a:r>
            <a:endParaRPr lang="en-US" sz="4800" dirty="0"/>
          </a:p>
        </p:txBody>
      </p:sp>
      <p:sp>
        <p:nvSpPr>
          <p:cNvPr id="13" name="Text 10"/>
          <p:cNvSpPr txBox="1"/>
          <p:nvPr/>
        </p:nvSpPr>
        <p:spPr>
          <a:xfrm>
            <a:off x="9006840" y="2788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económico que plataformas internacionales</a:t>
            </a:r>
            <a:endParaRPr lang="en-US" sz="1250" dirty="0"/>
          </a:p>
        </p:txBody>
      </p:sp>
      <p:pic>
        <p:nvPicPr>
          <p:cNvPr id="14" name="Image 1" descr="/home/user/www.innovaqsolution.com/campaigns/sig360-202609/img/sig360-table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3657600"/>
            <a:ext cx="4023360" cy="21945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029200" y="3657600"/>
            <a:ext cx="6492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Alvaro Ruiz Reyna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Ingeniero Industrial CIP 210152 · MBA · Auditor Líder ISO. Dirección técnica de INNOVAQ SOLUTIONS SAC.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266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Única plataforma en Perú que integra 4 normas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Diseñada por auditores para pasar auditorías, no solo para archivar documentos.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1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Y PRECIO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días gratis en todos los planes</a:t>
            </a:r>
            <a:endParaRPr lang="en-US" sz="3200" dirty="0"/>
          </a:p>
        </p:txBody>
      </p:sp>
      <p:pic>
        <p:nvPicPr>
          <p:cNvPr id="4" name="Image 0" descr="/home/user/www.innovaqsolution.com/campaigns/sig360-202609/img/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2" y="365760"/>
            <a:ext cx="1051560" cy="56692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 360° · Lanzamiento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69494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280160"/>
                <a:gridCol w="128016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69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69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69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Usuarios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69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Sedes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69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Professional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US$ 1 790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US$ 349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US$ 3 490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Ilimitados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Ilimitadas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955280" y="1783080"/>
            <a:ext cx="3611880" cy="2331720"/>
          </a:xfrm>
          <a:prstGeom prst="roundRect">
            <a:avLst>
              <a:gd name="adj" fmla="val 4706"/>
            </a:avLst>
          </a:prstGeom>
          <a:solidFill>
            <a:srgbClr val="0D4A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1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Lanzamiento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0" y="22860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días gratis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0" y="29260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tarjeta. Desde US$ 29 al mes al terminar la prueba. Cancela cuando quieras.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434340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planes incluyen: </a:t>
            </a:r>
            <a:pPr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4 normas, control documentario, auditorías, IPERC dinámica, no conformidades, Bow-Tie, revisión por la dirección, canal de denuncias E2EE y 84+ plantillas ISO. Precios en dólares, sin IGV. Vigencia de la oferta de lanzamiento: por confirmar.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4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ww.innovaqsolution.com/campaigns/sig360-202609/img/sig360-still.jp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4A6E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1097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1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5087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Prueba SIG 360° 30 días gratis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468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llega a la próxima auditoría con la evidencia lista.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640080" y="3383280"/>
            <a:ext cx="4206240" cy="731520"/>
          </a:xfrm>
          <a:prstGeom prst="roundRect">
            <a:avLst>
              <a:gd name="adj" fmla="val 18750"/>
            </a:avLst>
          </a:prstGeom>
          <a:solidFill>
            <a:srgbClr val="F191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33832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 +51 900 801 059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5212080" y="3383280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innovaqsolution.com/global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comercial@innovaqsolutions.com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INNOVAQ SOLUTIONS SAC · RUC 20606205105 · Trujillo, Perú</a:t>
            </a:r>
            <a:endParaRPr lang="en-US" sz="1300" dirty="0"/>
          </a:p>
        </p:txBody>
      </p:sp>
      <p:pic>
        <p:nvPicPr>
          <p:cNvPr id="10" name="Image 1" descr="/home/user/www.innovaqsolution.com/campaigns/sig360-202609/img/log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532120"/>
            <a:ext cx="1417320" cy="7680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Lanzamiento SIG 360°</dc:title>
  <dc:subject>PptxGenJS Presentation</dc:subject>
  <dc:creator>PptxGenJS</dc:creator>
  <cp:lastModifiedBy>PptxGenJS</cp:lastModifiedBy>
  <cp:revision>1</cp:revision>
  <dcterms:created xsi:type="dcterms:W3CDTF">2026-09-18T09:31:56Z</dcterms:created>
  <dcterms:modified xsi:type="dcterms:W3CDTF">2026-09-18T09:31:56Z</dcterms:modified>
</cp:coreProperties>
</file>